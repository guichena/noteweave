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f1; SHA-256: 4d4f2f2007ab4513985f6dfe814b9f96d57917359418711d3733892941e1d83a; Evidence: segment:s1; Gaps: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C3E"/>
                </a:solidFill>
                <a:latin typeface="Aptos"/>
              </a:defRPr>
            </a:pPr>
            <a:r>
              <a:t>Consistency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8791"/>
            <a:ext cx="6995160" cy="39347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32588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333C"/>
                </a:solidFill>
                <a:latin typeface="Aptos"/>
              </a:defRPr>
            </a:pPr>
            <a:r>
              <a:t>cache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6266"/>
                </a:solidFill>
                <a:latin typeface="Aptos"/>
              </a:defRPr>
            </a:pPr>
            <a:r>
              <a:t>BV1234567890 · P2 · 2.5s · f1 · 1/1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